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E0E9"/>
    <a:srgbClr val="66D4CF"/>
    <a:srgbClr val="1E929E"/>
    <a:srgbClr val="EA705C"/>
    <a:srgbClr val="DF5841"/>
    <a:srgbClr val="C72B1F"/>
    <a:srgbClr val="537CAD"/>
    <a:srgbClr val="53BF41"/>
    <a:srgbClr val="50C032"/>
    <a:srgbClr val="7DAF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D2E25-DAF7-4A58-BD90-BE4007EBAADB}" v="67" dt="2025-09-27T09:26:05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0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Taddei" userId="30bf616d265f9878" providerId="LiveId" clId="{6FD03176-F394-4DE9-9E07-BC8A4F6F06C0}"/>
    <pc:docChg chg="undo redo custSel addSld delSld modSld">
      <pc:chgData name="Lorenzo Taddei" userId="30bf616d265f9878" providerId="LiveId" clId="{6FD03176-F394-4DE9-9E07-BC8A4F6F06C0}" dt="2025-09-27T09:32:43.250" v="1524" actId="2696"/>
      <pc:docMkLst>
        <pc:docMk/>
      </pc:docMkLst>
      <pc:sldChg chg="addSp delSp modSp new del mod">
        <pc:chgData name="Lorenzo Taddei" userId="30bf616d265f9878" providerId="LiveId" clId="{6FD03176-F394-4DE9-9E07-BC8A4F6F06C0}" dt="2025-09-26T17:30:35.967" v="577" actId="47"/>
        <pc:sldMkLst>
          <pc:docMk/>
          <pc:sldMk cId="3128625159" sldId="256"/>
        </pc:sldMkLst>
        <pc:spChg chg="mod">
          <ac:chgData name="Lorenzo Taddei" userId="30bf616d265f9878" providerId="LiveId" clId="{6FD03176-F394-4DE9-9E07-BC8A4F6F06C0}" dt="2025-09-26T16:43:13.681" v="7" actId="1076"/>
          <ac:spMkLst>
            <pc:docMk/>
            <pc:sldMk cId="3128625159" sldId="256"/>
            <ac:spMk id="2" creationId="{5482E93A-290F-B9A2-F7D2-1E6CC33FE04A}"/>
          </ac:spMkLst>
        </pc:spChg>
        <pc:spChg chg="del mod">
          <ac:chgData name="Lorenzo Taddei" userId="30bf616d265f9878" providerId="LiveId" clId="{6FD03176-F394-4DE9-9E07-BC8A4F6F06C0}" dt="2025-09-26T16:43:19.022" v="8" actId="478"/>
          <ac:spMkLst>
            <pc:docMk/>
            <pc:sldMk cId="3128625159" sldId="256"/>
            <ac:spMk id="3" creationId="{30DAED56-8D84-6CE0-5E9D-727879AE6636}"/>
          </ac:spMkLst>
        </pc:spChg>
        <pc:picChg chg="add mod">
          <ac:chgData name="Lorenzo Taddei" userId="30bf616d265f9878" providerId="LiveId" clId="{6FD03176-F394-4DE9-9E07-BC8A4F6F06C0}" dt="2025-09-26T16:43:23.545" v="10" actId="1076"/>
          <ac:picMkLst>
            <pc:docMk/>
            <pc:sldMk cId="3128625159" sldId="256"/>
            <ac:picMk id="1026" creationId="{67E8A050-F584-73FB-AF23-DD9CBFB30627}"/>
          </ac:picMkLst>
        </pc:picChg>
      </pc:sldChg>
      <pc:sldChg chg="addSp delSp modSp new del mod">
        <pc:chgData name="Lorenzo Taddei" userId="30bf616d265f9878" providerId="LiveId" clId="{6FD03176-F394-4DE9-9E07-BC8A4F6F06C0}" dt="2025-09-26T17:30:34.657" v="576" actId="47"/>
        <pc:sldMkLst>
          <pc:docMk/>
          <pc:sldMk cId="87234602" sldId="257"/>
        </pc:sldMkLst>
        <pc:spChg chg="mod ord">
          <ac:chgData name="Lorenzo Taddei" userId="30bf616d265f9878" providerId="LiveId" clId="{6FD03176-F394-4DE9-9E07-BC8A4F6F06C0}" dt="2025-09-26T16:49:58.164" v="106" actId="1076"/>
          <ac:spMkLst>
            <pc:docMk/>
            <pc:sldMk cId="87234602" sldId="257"/>
            <ac:spMk id="2" creationId="{D98E16F0-B944-2E98-A9DC-00245D56D225}"/>
          </ac:spMkLst>
        </pc:spChg>
        <pc:spChg chg="del">
          <ac:chgData name="Lorenzo Taddei" userId="30bf616d265f9878" providerId="LiveId" clId="{6FD03176-F394-4DE9-9E07-BC8A4F6F06C0}" dt="2025-09-26T16:44:04.839" v="25" actId="478"/>
          <ac:spMkLst>
            <pc:docMk/>
            <pc:sldMk cId="87234602" sldId="257"/>
            <ac:spMk id="3" creationId="{1D0A2C46-A838-6534-EE76-8F22A7018A54}"/>
          </ac:spMkLst>
        </pc:spChg>
        <pc:spChg chg="add del mod ord">
          <ac:chgData name="Lorenzo Taddei" userId="30bf616d265f9878" providerId="LiveId" clId="{6FD03176-F394-4DE9-9E07-BC8A4F6F06C0}" dt="2025-09-26T16:50:08.472" v="134" actId="207"/>
          <ac:spMkLst>
            <pc:docMk/>
            <pc:sldMk cId="87234602" sldId="257"/>
            <ac:spMk id="5" creationId="{D010B1FD-9A57-CBE2-C7B4-90C1F6DBACBA}"/>
          </ac:spMkLst>
        </pc:spChg>
        <pc:spChg chg="add del">
          <ac:chgData name="Lorenzo Taddei" userId="30bf616d265f9878" providerId="LiveId" clId="{6FD03176-F394-4DE9-9E07-BC8A4F6F06C0}" dt="2025-09-26T16:48:28.799" v="93" actId="11529"/>
          <ac:spMkLst>
            <pc:docMk/>
            <pc:sldMk cId="87234602" sldId="257"/>
            <ac:spMk id="6" creationId="{F8AB4E5E-3380-FAAB-84AA-6664946E5A25}"/>
          </ac:spMkLst>
        </pc:spChg>
        <pc:spChg chg="add del mod">
          <ac:chgData name="Lorenzo Taddei" userId="30bf616d265f9878" providerId="LiveId" clId="{6FD03176-F394-4DE9-9E07-BC8A4F6F06C0}" dt="2025-09-26T16:49:45.532" v="105" actId="478"/>
          <ac:spMkLst>
            <pc:docMk/>
            <pc:sldMk cId="87234602" sldId="257"/>
            <ac:spMk id="7" creationId="{D364CBD3-E369-AF91-613E-3A11B5B43917}"/>
          </ac:spMkLst>
        </pc:spChg>
        <pc:picChg chg="add mod">
          <ac:chgData name="Lorenzo Taddei" userId="30bf616d265f9878" providerId="LiveId" clId="{6FD03176-F394-4DE9-9E07-BC8A4F6F06C0}" dt="2025-09-26T16:46:55.432" v="86" actId="732"/>
          <ac:picMkLst>
            <pc:docMk/>
            <pc:sldMk cId="87234602" sldId="257"/>
            <ac:picMk id="4" creationId="{7C271881-5D2E-09F0-D943-9953CE7CB892}"/>
          </ac:picMkLst>
        </pc:picChg>
      </pc:sldChg>
      <pc:sldChg chg="addSp delSp modSp add del mod setBg">
        <pc:chgData name="Lorenzo Taddei" userId="30bf616d265f9878" providerId="LiveId" clId="{6FD03176-F394-4DE9-9E07-BC8A4F6F06C0}" dt="2025-09-27T09:32:43.250" v="1524" actId="2696"/>
        <pc:sldMkLst>
          <pc:docMk/>
          <pc:sldMk cId="1414499774" sldId="258"/>
        </pc:sldMkLst>
        <pc:spChg chg="mod">
          <ac:chgData name="Lorenzo Taddei" userId="30bf616d265f9878" providerId="LiveId" clId="{6FD03176-F394-4DE9-9E07-BC8A4F6F06C0}" dt="2025-09-27T08:57:15.680" v="580" actId="1076"/>
          <ac:spMkLst>
            <pc:docMk/>
            <pc:sldMk cId="1414499774" sldId="258"/>
            <ac:spMk id="2" creationId="{26A6321D-F238-CAD0-6EEA-8850057642C9}"/>
          </ac:spMkLst>
        </pc:spChg>
        <pc:spChg chg="add mod">
          <ac:chgData name="Lorenzo Taddei" userId="30bf616d265f9878" providerId="LiveId" clId="{6FD03176-F394-4DE9-9E07-BC8A4F6F06C0}" dt="2025-09-26T17:28:16.267" v="561" actId="14100"/>
          <ac:spMkLst>
            <pc:docMk/>
            <pc:sldMk cId="1414499774" sldId="258"/>
            <ac:spMk id="3" creationId="{2049DF0D-BE30-68FC-2AB3-DD5F08CF36C3}"/>
          </ac:spMkLst>
        </pc:spChg>
        <pc:spChg chg="add mod">
          <ac:chgData name="Lorenzo Taddei" userId="30bf616d265f9878" providerId="LiveId" clId="{6FD03176-F394-4DE9-9E07-BC8A4F6F06C0}" dt="2025-09-27T09:00:21.855" v="673" actId="1076"/>
          <ac:spMkLst>
            <pc:docMk/>
            <pc:sldMk cId="1414499774" sldId="258"/>
            <ac:spMk id="4" creationId="{598AA9D4-D212-262C-A43F-E2D453E3957F}"/>
          </ac:spMkLst>
        </pc:spChg>
        <pc:spChg chg="add mod">
          <ac:chgData name="Lorenzo Taddei" userId="30bf616d265f9878" providerId="LiveId" clId="{6FD03176-F394-4DE9-9E07-BC8A4F6F06C0}" dt="2025-09-27T09:13:42.669" v="1184" actId="207"/>
          <ac:spMkLst>
            <pc:docMk/>
            <pc:sldMk cId="1414499774" sldId="258"/>
            <ac:spMk id="5" creationId="{ABD94CCA-813C-9D63-F000-655479DFDC6E}"/>
          </ac:spMkLst>
        </pc:spChg>
        <pc:spChg chg="del mod">
          <ac:chgData name="Lorenzo Taddei" userId="30bf616d265f9878" providerId="LiveId" clId="{6FD03176-F394-4DE9-9E07-BC8A4F6F06C0}" dt="2025-09-26T16:58:17.886" v="230" actId="478"/>
          <ac:spMkLst>
            <pc:docMk/>
            <pc:sldMk cId="1414499774" sldId="258"/>
            <ac:spMk id="5" creationId="{FE468607-A7C5-A8BD-6016-CFCB44CB57BD}"/>
          </ac:spMkLst>
        </pc:spChg>
        <pc:spChg chg="add mod">
          <ac:chgData name="Lorenzo Taddei" userId="30bf616d265f9878" providerId="LiveId" clId="{6FD03176-F394-4DE9-9E07-BC8A4F6F06C0}" dt="2025-09-26T17:30:02.886" v="575" actId="122"/>
          <ac:spMkLst>
            <pc:docMk/>
            <pc:sldMk cId="1414499774" sldId="258"/>
            <ac:spMk id="6" creationId="{870C8B4A-2F24-E1C0-4FB2-22C26718E0B8}"/>
          </ac:spMkLst>
        </pc:spChg>
        <pc:spChg chg="add del mod">
          <ac:chgData name="Lorenzo Taddei" userId="30bf616d265f9878" providerId="LiveId" clId="{6FD03176-F394-4DE9-9E07-BC8A4F6F06C0}" dt="2025-09-26T17:00:30.263" v="364" actId="478"/>
          <ac:spMkLst>
            <pc:docMk/>
            <pc:sldMk cId="1414499774" sldId="258"/>
            <ac:spMk id="7" creationId="{4432556D-11C6-6A45-3AEB-EDE2CA82E26F}"/>
          </ac:spMkLst>
        </pc:spChg>
        <pc:spChg chg="add mod">
          <ac:chgData name="Lorenzo Taddei" userId="30bf616d265f9878" providerId="LiveId" clId="{6FD03176-F394-4DE9-9E07-BC8A4F6F06C0}" dt="2025-09-27T09:10:29.707" v="1072" actId="207"/>
          <ac:spMkLst>
            <pc:docMk/>
            <pc:sldMk cId="1414499774" sldId="258"/>
            <ac:spMk id="7" creationId="{853D5A12-6CF2-9F1C-8028-EEF8A6AC454A}"/>
          </ac:spMkLst>
        </pc:spChg>
        <pc:spChg chg="add mod">
          <ac:chgData name="Lorenzo Taddei" userId="30bf616d265f9878" providerId="LiveId" clId="{6FD03176-F394-4DE9-9E07-BC8A4F6F06C0}" dt="2025-09-27T09:16:36.301" v="1321" actId="1076"/>
          <ac:spMkLst>
            <pc:docMk/>
            <pc:sldMk cId="1414499774" sldId="258"/>
            <ac:spMk id="8" creationId="{F96BA116-154A-2D9E-4516-89620749F2CC}"/>
          </ac:spMkLst>
        </pc:spChg>
        <pc:spChg chg="add mod">
          <ac:chgData name="Lorenzo Taddei" userId="30bf616d265f9878" providerId="LiveId" clId="{6FD03176-F394-4DE9-9E07-BC8A4F6F06C0}" dt="2025-09-27T09:16:22.474" v="1320" actId="207"/>
          <ac:spMkLst>
            <pc:docMk/>
            <pc:sldMk cId="1414499774" sldId="258"/>
            <ac:spMk id="9" creationId="{343B04B2-4F2C-4FCC-4489-213EE5FE6EF9}"/>
          </ac:spMkLst>
        </pc:spChg>
        <pc:picChg chg="del">
          <ac:chgData name="Lorenzo Taddei" userId="30bf616d265f9878" providerId="LiveId" clId="{6FD03176-F394-4DE9-9E07-BC8A4F6F06C0}" dt="2025-09-26T16:54:54.649" v="137" actId="478"/>
          <ac:picMkLst>
            <pc:docMk/>
            <pc:sldMk cId="1414499774" sldId="258"/>
            <ac:picMk id="4" creationId="{12F152E1-E6DE-88F7-B0A2-67D61EB94053}"/>
          </ac:picMkLst>
        </pc:picChg>
      </pc:sldChg>
      <pc:sldChg chg="new del">
        <pc:chgData name="Lorenzo Taddei" userId="30bf616d265f9878" providerId="LiveId" clId="{6FD03176-F394-4DE9-9E07-BC8A4F6F06C0}" dt="2025-09-27T09:17:42.789" v="1324" actId="47"/>
        <pc:sldMkLst>
          <pc:docMk/>
          <pc:sldMk cId="405594611" sldId="259"/>
        </pc:sldMkLst>
      </pc:sldChg>
      <pc:sldChg chg="addSp delSp modSp new mod setBg">
        <pc:chgData name="Lorenzo Taddei" userId="30bf616d265f9878" providerId="LiveId" clId="{6FD03176-F394-4DE9-9E07-BC8A4F6F06C0}" dt="2025-09-27T09:31:55.199" v="1523" actId="207"/>
        <pc:sldMkLst>
          <pc:docMk/>
          <pc:sldMk cId="3354178094" sldId="259"/>
        </pc:sldMkLst>
        <pc:spChg chg="del">
          <ac:chgData name="Lorenzo Taddei" userId="30bf616d265f9878" providerId="LiveId" clId="{6FD03176-F394-4DE9-9E07-BC8A4F6F06C0}" dt="2025-09-27T09:17:57.299" v="1327" actId="478"/>
          <ac:spMkLst>
            <pc:docMk/>
            <pc:sldMk cId="3354178094" sldId="259"/>
            <ac:spMk id="2" creationId="{63BDCE68-4EA2-AD72-E89C-BF4AEBCE72A9}"/>
          </ac:spMkLst>
        </pc:spChg>
        <pc:spChg chg="del">
          <ac:chgData name="Lorenzo Taddei" userId="30bf616d265f9878" providerId="LiveId" clId="{6FD03176-F394-4DE9-9E07-BC8A4F6F06C0}" dt="2025-09-27T09:17:57.299" v="1327" actId="478"/>
          <ac:spMkLst>
            <pc:docMk/>
            <pc:sldMk cId="3354178094" sldId="259"/>
            <ac:spMk id="3" creationId="{5AAEF32B-B2D2-8E55-9E08-B309B6CF359A}"/>
          </ac:spMkLst>
        </pc:spChg>
        <pc:spChg chg="add mod">
          <ac:chgData name="Lorenzo Taddei" userId="30bf616d265f9878" providerId="LiveId" clId="{6FD03176-F394-4DE9-9E07-BC8A4F6F06C0}" dt="2025-09-27T09:26:40.639" v="1495" actId="20577"/>
          <ac:spMkLst>
            <pc:docMk/>
            <pc:sldMk cId="3354178094" sldId="259"/>
            <ac:spMk id="4" creationId="{9F71BADB-DD5C-170C-B3C3-3C3FEB3C806E}"/>
          </ac:spMkLst>
        </pc:spChg>
        <pc:spChg chg="add del mod">
          <ac:chgData name="Lorenzo Taddei" userId="30bf616d265f9878" providerId="LiveId" clId="{6FD03176-F394-4DE9-9E07-BC8A4F6F06C0}" dt="2025-09-27T09:20:57.252" v="1418" actId="478"/>
          <ac:spMkLst>
            <pc:docMk/>
            <pc:sldMk cId="3354178094" sldId="259"/>
            <ac:spMk id="5" creationId="{E8738D49-B476-DA1B-3ACA-2249B19B2895}"/>
          </ac:spMkLst>
        </pc:spChg>
        <pc:spChg chg="add mod">
          <ac:chgData name="Lorenzo Taddei" userId="30bf616d265f9878" providerId="LiveId" clId="{6FD03176-F394-4DE9-9E07-BC8A4F6F06C0}" dt="2025-09-27T09:27:58.285" v="1508" actId="1076"/>
          <ac:spMkLst>
            <pc:docMk/>
            <pc:sldMk cId="3354178094" sldId="259"/>
            <ac:spMk id="6" creationId="{62B2CDD0-696B-F4C4-9B50-89AF75B19B66}"/>
          </ac:spMkLst>
        </pc:spChg>
        <pc:spChg chg="add mod">
          <ac:chgData name="Lorenzo Taddei" userId="30bf616d265f9878" providerId="LiveId" clId="{6FD03176-F394-4DE9-9E07-BC8A4F6F06C0}" dt="2025-09-27T09:25:44.403" v="1446" actId="207"/>
          <ac:spMkLst>
            <pc:docMk/>
            <pc:sldMk cId="3354178094" sldId="259"/>
            <ac:spMk id="7" creationId="{3AA760C5-1B05-2045-B03C-6EA350881C12}"/>
          </ac:spMkLst>
        </pc:spChg>
        <pc:spChg chg="add mod">
          <ac:chgData name="Lorenzo Taddei" userId="30bf616d265f9878" providerId="LiveId" clId="{6FD03176-F394-4DE9-9E07-BC8A4F6F06C0}" dt="2025-09-27T09:31:55.199" v="1523" actId="207"/>
          <ac:spMkLst>
            <pc:docMk/>
            <pc:sldMk cId="3354178094" sldId="259"/>
            <ac:spMk id="8" creationId="{E2D4BA78-5399-F300-D387-6CA0B66B96EB}"/>
          </ac:spMkLst>
        </pc:spChg>
        <pc:spChg chg="add mod">
          <ac:chgData name="Lorenzo Taddei" userId="30bf616d265f9878" providerId="LiveId" clId="{6FD03176-F394-4DE9-9E07-BC8A4F6F06C0}" dt="2025-09-27T09:30:45.505" v="1517" actId="1076"/>
          <ac:spMkLst>
            <pc:docMk/>
            <pc:sldMk cId="3354178094" sldId="259"/>
            <ac:spMk id="9" creationId="{3B6C51F0-028F-3DAE-C742-1028F8010D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5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5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7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0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7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8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5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2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2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9598B85-B088-4DCF-AC6D-F6BFD595372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5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71BADB-DD5C-170C-B3C3-3C3FEB3C806E}"/>
              </a:ext>
            </a:extLst>
          </p:cNvPr>
          <p:cNvSpPr/>
          <p:nvPr/>
        </p:nvSpPr>
        <p:spPr>
          <a:xfrm>
            <a:off x="5720080" y="1859281"/>
            <a:ext cx="3779520" cy="71881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More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B2CDD0-696B-F4C4-9B50-89AF75B19B66}"/>
              </a:ext>
            </a:extLst>
          </p:cNvPr>
          <p:cNvSpPr/>
          <p:nvPr/>
        </p:nvSpPr>
        <p:spPr>
          <a:xfrm>
            <a:off x="1371600" y="186690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Graffiti &amp; comic style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A760C5-1B05-2045-B03C-6EA350881C12}"/>
              </a:ext>
            </a:extLst>
          </p:cNvPr>
          <p:cNvSpPr/>
          <p:nvPr/>
        </p:nvSpPr>
        <p:spPr>
          <a:xfrm>
            <a:off x="1371600" y="69088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Bahnschrift SemiLight" panose="020B0502040204020203" pitchFamily="34" charset="0"/>
              </a:rPr>
              <a:t>Charcoal and pencil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D4BA78-5399-F300-D387-6CA0B66B96EB}"/>
              </a:ext>
            </a:extLst>
          </p:cNvPr>
          <p:cNvSpPr/>
          <p:nvPr/>
        </p:nvSpPr>
        <p:spPr>
          <a:xfrm>
            <a:off x="5720080" y="69088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rgbClr val="1E929E"/>
              </a:gs>
              <a:gs pos="48000">
                <a:srgbClr val="66D4CF"/>
              </a:gs>
              <a:gs pos="100000">
                <a:srgbClr val="87E0E9"/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Calligraphy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C51F0-028F-3DAE-C742-1028F8010DD5}"/>
              </a:ext>
            </a:extLst>
          </p:cNvPr>
          <p:cNvSpPr/>
          <p:nvPr/>
        </p:nvSpPr>
        <p:spPr>
          <a:xfrm>
            <a:off x="1371600" y="304292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Charcoal and pencil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5454">
                  <a:lumMod val="75000"/>
                </a:srgbClr>
              </a:solidFill>
              <a:effectLst/>
              <a:uLnTx/>
              <a:uFillTx/>
              <a:latin typeface="Bahnschrift SemiLigh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41780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Custom 3">
      <a:dk1>
        <a:srgbClr val="8CD5E3"/>
      </a:dk1>
      <a:lt1>
        <a:srgbClr val="D5393D"/>
      </a:lt1>
      <a:dk2>
        <a:srgbClr val="545454"/>
      </a:dk2>
      <a:lt2>
        <a:srgbClr val="E8F6F9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610</TotalTime>
  <Words>12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Bahnschrift SemiLight</vt:lpstr>
      <vt:lpstr>Wingdings</vt:lpstr>
      <vt:lpstr>Wood Type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Taddei</dc:creator>
  <cp:lastModifiedBy>Lorenzo Taddei</cp:lastModifiedBy>
  <cp:revision>1</cp:revision>
  <dcterms:created xsi:type="dcterms:W3CDTF">2025-09-26T16:41:15Z</dcterms:created>
  <dcterms:modified xsi:type="dcterms:W3CDTF">2025-09-27T09:32:53Z</dcterms:modified>
</cp:coreProperties>
</file>