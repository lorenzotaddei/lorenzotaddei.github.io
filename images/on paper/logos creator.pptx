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E0E9"/>
    <a:srgbClr val="66D4CF"/>
    <a:srgbClr val="1E929E"/>
    <a:srgbClr val="EA705C"/>
    <a:srgbClr val="DF5841"/>
    <a:srgbClr val="C72B1F"/>
    <a:srgbClr val="537CAD"/>
    <a:srgbClr val="53BF41"/>
    <a:srgbClr val="50C032"/>
    <a:srgbClr val="7DAF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4D2E25-DAF7-4A58-BD90-BE4007EBAADB}" v="67" dt="2025-09-27T09:26:05.2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enzo Taddei" userId="30bf616d265f9878" providerId="LiveId" clId="{6FD03176-F394-4DE9-9E07-BC8A4F6F06C0}"/>
    <pc:docChg chg="undo redo custSel addSld delSld modSld">
      <pc:chgData name="Lorenzo Taddei" userId="30bf616d265f9878" providerId="LiveId" clId="{6FD03176-F394-4DE9-9E07-BC8A4F6F06C0}" dt="2025-09-28T09:25:47.113" v="1566" actId="20577"/>
      <pc:docMkLst>
        <pc:docMk/>
      </pc:docMkLst>
      <pc:sldChg chg="addSp delSp modSp new del mod">
        <pc:chgData name="Lorenzo Taddei" userId="30bf616d265f9878" providerId="LiveId" clId="{6FD03176-F394-4DE9-9E07-BC8A4F6F06C0}" dt="2025-09-26T17:30:35.967" v="577" actId="47"/>
        <pc:sldMkLst>
          <pc:docMk/>
          <pc:sldMk cId="3128625159" sldId="256"/>
        </pc:sldMkLst>
      </pc:sldChg>
      <pc:sldChg chg="addSp delSp modSp new del mod">
        <pc:chgData name="Lorenzo Taddei" userId="30bf616d265f9878" providerId="LiveId" clId="{6FD03176-F394-4DE9-9E07-BC8A4F6F06C0}" dt="2025-09-26T17:30:34.657" v="576" actId="47"/>
        <pc:sldMkLst>
          <pc:docMk/>
          <pc:sldMk cId="87234602" sldId="257"/>
        </pc:sldMkLst>
      </pc:sldChg>
      <pc:sldChg chg="addSp delSp modSp add del mod setBg">
        <pc:chgData name="Lorenzo Taddei" userId="30bf616d265f9878" providerId="LiveId" clId="{6FD03176-F394-4DE9-9E07-BC8A4F6F06C0}" dt="2025-09-27T09:32:43.250" v="1524" actId="2696"/>
        <pc:sldMkLst>
          <pc:docMk/>
          <pc:sldMk cId="1414499774" sldId="258"/>
        </pc:sldMkLst>
        <pc:spChg chg="mod">
          <ac:chgData name="Lorenzo Taddei" userId="30bf616d265f9878" providerId="LiveId" clId="{6FD03176-F394-4DE9-9E07-BC8A4F6F06C0}" dt="2025-09-27T08:57:15.680" v="580" actId="1076"/>
          <ac:spMkLst>
            <pc:docMk/>
            <pc:sldMk cId="1414499774" sldId="258"/>
            <ac:spMk id="2" creationId="{26A6321D-F238-CAD0-6EEA-8850057642C9}"/>
          </ac:spMkLst>
        </pc:spChg>
        <pc:spChg chg="add mod">
          <ac:chgData name="Lorenzo Taddei" userId="30bf616d265f9878" providerId="LiveId" clId="{6FD03176-F394-4DE9-9E07-BC8A4F6F06C0}" dt="2025-09-27T09:00:21.855" v="673" actId="1076"/>
          <ac:spMkLst>
            <pc:docMk/>
            <pc:sldMk cId="1414499774" sldId="258"/>
            <ac:spMk id="4" creationId="{598AA9D4-D212-262C-A43F-E2D453E3957F}"/>
          </ac:spMkLst>
        </pc:spChg>
        <pc:spChg chg="add mod">
          <ac:chgData name="Lorenzo Taddei" userId="30bf616d265f9878" providerId="LiveId" clId="{6FD03176-F394-4DE9-9E07-BC8A4F6F06C0}" dt="2025-09-27T09:13:42.669" v="1184" actId="207"/>
          <ac:spMkLst>
            <pc:docMk/>
            <pc:sldMk cId="1414499774" sldId="258"/>
            <ac:spMk id="5" creationId="{ABD94CCA-813C-9D63-F000-655479DFDC6E}"/>
          </ac:spMkLst>
        </pc:spChg>
        <pc:spChg chg="add mod">
          <ac:chgData name="Lorenzo Taddei" userId="30bf616d265f9878" providerId="LiveId" clId="{6FD03176-F394-4DE9-9E07-BC8A4F6F06C0}" dt="2025-09-27T09:10:29.707" v="1072" actId="207"/>
          <ac:spMkLst>
            <pc:docMk/>
            <pc:sldMk cId="1414499774" sldId="258"/>
            <ac:spMk id="7" creationId="{853D5A12-6CF2-9F1C-8028-EEF8A6AC454A}"/>
          </ac:spMkLst>
        </pc:spChg>
        <pc:spChg chg="add mod">
          <ac:chgData name="Lorenzo Taddei" userId="30bf616d265f9878" providerId="LiveId" clId="{6FD03176-F394-4DE9-9E07-BC8A4F6F06C0}" dt="2025-09-27T09:16:36.301" v="1321" actId="1076"/>
          <ac:spMkLst>
            <pc:docMk/>
            <pc:sldMk cId="1414499774" sldId="258"/>
            <ac:spMk id="8" creationId="{F96BA116-154A-2D9E-4516-89620749F2CC}"/>
          </ac:spMkLst>
        </pc:spChg>
        <pc:spChg chg="add mod">
          <ac:chgData name="Lorenzo Taddei" userId="30bf616d265f9878" providerId="LiveId" clId="{6FD03176-F394-4DE9-9E07-BC8A4F6F06C0}" dt="2025-09-27T09:16:22.474" v="1320" actId="207"/>
          <ac:spMkLst>
            <pc:docMk/>
            <pc:sldMk cId="1414499774" sldId="258"/>
            <ac:spMk id="9" creationId="{343B04B2-4F2C-4FCC-4489-213EE5FE6EF9}"/>
          </ac:spMkLst>
        </pc:spChg>
      </pc:sldChg>
      <pc:sldChg chg="new del">
        <pc:chgData name="Lorenzo Taddei" userId="30bf616d265f9878" providerId="LiveId" clId="{6FD03176-F394-4DE9-9E07-BC8A4F6F06C0}" dt="2025-09-27T09:17:42.789" v="1324" actId="47"/>
        <pc:sldMkLst>
          <pc:docMk/>
          <pc:sldMk cId="405594611" sldId="259"/>
        </pc:sldMkLst>
      </pc:sldChg>
      <pc:sldChg chg="addSp delSp modSp new mod setBg">
        <pc:chgData name="Lorenzo Taddei" userId="30bf616d265f9878" providerId="LiveId" clId="{6FD03176-F394-4DE9-9E07-BC8A4F6F06C0}" dt="2025-09-27T16:24:05.415" v="1533" actId="20577"/>
        <pc:sldMkLst>
          <pc:docMk/>
          <pc:sldMk cId="3354178094" sldId="259"/>
        </pc:sldMkLst>
        <pc:spChg chg="del">
          <ac:chgData name="Lorenzo Taddei" userId="30bf616d265f9878" providerId="LiveId" clId="{6FD03176-F394-4DE9-9E07-BC8A4F6F06C0}" dt="2025-09-27T09:17:57.299" v="1327" actId="478"/>
          <ac:spMkLst>
            <pc:docMk/>
            <pc:sldMk cId="3354178094" sldId="259"/>
            <ac:spMk id="2" creationId="{63BDCE68-4EA2-AD72-E89C-BF4AEBCE72A9}"/>
          </ac:spMkLst>
        </pc:spChg>
        <pc:spChg chg="del">
          <ac:chgData name="Lorenzo Taddei" userId="30bf616d265f9878" providerId="LiveId" clId="{6FD03176-F394-4DE9-9E07-BC8A4F6F06C0}" dt="2025-09-27T09:17:57.299" v="1327" actId="478"/>
          <ac:spMkLst>
            <pc:docMk/>
            <pc:sldMk cId="3354178094" sldId="259"/>
            <ac:spMk id="3" creationId="{5AAEF32B-B2D2-8E55-9E08-B309B6CF359A}"/>
          </ac:spMkLst>
        </pc:spChg>
        <pc:spChg chg="add mod">
          <ac:chgData name="Lorenzo Taddei" userId="30bf616d265f9878" providerId="LiveId" clId="{6FD03176-F394-4DE9-9E07-BC8A4F6F06C0}" dt="2025-09-27T09:26:40.639" v="1495" actId="20577"/>
          <ac:spMkLst>
            <pc:docMk/>
            <pc:sldMk cId="3354178094" sldId="259"/>
            <ac:spMk id="4" creationId="{9F71BADB-DD5C-170C-B3C3-3C3FEB3C806E}"/>
          </ac:spMkLst>
        </pc:spChg>
        <pc:spChg chg="add del mod">
          <ac:chgData name="Lorenzo Taddei" userId="30bf616d265f9878" providerId="LiveId" clId="{6FD03176-F394-4DE9-9E07-BC8A4F6F06C0}" dt="2025-09-27T09:20:57.252" v="1418" actId="478"/>
          <ac:spMkLst>
            <pc:docMk/>
            <pc:sldMk cId="3354178094" sldId="259"/>
            <ac:spMk id="5" creationId="{E8738D49-B476-DA1B-3ACA-2249B19B2895}"/>
          </ac:spMkLst>
        </pc:spChg>
        <pc:spChg chg="add mod">
          <ac:chgData name="Lorenzo Taddei" userId="30bf616d265f9878" providerId="LiveId" clId="{6FD03176-F394-4DE9-9E07-BC8A4F6F06C0}" dt="2025-09-27T16:14:15.418" v="1530" actId="20577"/>
          <ac:spMkLst>
            <pc:docMk/>
            <pc:sldMk cId="3354178094" sldId="259"/>
            <ac:spMk id="6" creationId="{62B2CDD0-696B-F4C4-9B50-89AF75B19B66}"/>
          </ac:spMkLst>
        </pc:spChg>
        <pc:spChg chg="add mod">
          <ac:chgData name="Lorenzo Taddei" userId="30bf616d265f9878" providerId="LiveId" clId="{6FD03176-F394-4DE9-9E07-BC8A4F6F06C0}" dt="2025-09-27T16:24:05.415" v="1533" actId="20577"/>
          <ac:spMkLst>
            <pc:docMk/>
            <pc:sldMk cId="3354178094" sldId="259"/>
            <ac:spMk id="7" creationId="{3AA760C5-1B05-2045-B03C-6EA350881C12}"/>
          </ac:spMkLst>
        </pc:spChg>
        <pc:spChg chg="add mod">
          <ac:chgData name="Lorenzo Taddei" userId="30bf616d265f9878" providerId="LiveId" clId="{6FD03176-F394-4DE9-9E07-BC8A4F6F06C0}" dt="2025-09-27T09:31:55.199" v="1523" actId="207"/>
          <ac:spMkLst>
            <pc:docMk/>
            <pc:sldMk cId="3354178094" sldId="259"/>
            <ac:spMk id="8" creationId="{E2D4BA78-5399-F300-D387-6CA0B66B96EB}"/>
          </ac:spMkLst>
        </pc:spChg>
        <pc:spChg chg="add mod">
          <ac:chgData name="Lorenzo Taddei" userId="30bf616d265f9878" providerId="LiveId" clId="{6FD03176-F394-4DE9-9E07-BC8A4F6F06C0}" dt="2025-09-27T09:30:45.505" v="1517" actId="1076"/>
          <ac:spMkLst>
            <pc:docMk/>
            <pc:sldMk cId="3354178094" sldId="259"/>
            <ac:spMk id="9" creationId="{3B6C51F0-028F-3DAE-C742-1028F8010DD5}"/>
          </ac:spMkLst>
        </pc:spChg>
      </pc:sldChg>
      <pc:sldChg chg="modSp add mod">
        <pc:chgData name="Lorenzo Taddei" userId="30bf616d265f9878" providerId="LiveId" clId="{6FD03176-F394-4DE9-9E07-BC8A4F6F06C0}" dt="2025-09-28T09:25:47.113" v="1566" actId="20577"/>
        <pc:sldMkLst>
          <pc:docMk/>
          <pc:sldMk cId="1867763902" sldId="260"/>
        </pc:sldMkLst>
        <pc:spChg chg="mod">
          <ac:chgData name="Lorenzo Taddei" userId="30bf616d265f9878" providerId="LiveId" clId="{6FD03176-F394-4DE9-9E07-BC8A4F6F06C0}" dt="2025-09-28T09:25:47.113" v="1566" actId="20577"/>
          <ac:spMkLst>
            <pc:docMk/>
            <pc:sldMk cId="1867763902" sldId="260"/>
            <ac:spMk id="4" creationId="{4CE36089-89E3-E961-7EB6-3144A9A60B1E}"/>
          </ac:spMkLst>
        </pc:spChg>
        <pc:spChg chg="mod">
          <ac:chgData name="Lorenzo Taddei" userId="30bf616d265f9878" providerId="LiveId" clId="{6FD03176-F394-4DE9-9E07-BC8A4F6F06C0}" dt="2025-09-27T16:26:24.406" v="1555" actId="20577"/>
          <ac:spMkLst>
            <pc:docMk/>
            <pc:sldMk cId="1867763902" sldId="260"/>
            <ac:spMk id="7" creationId="{23EC75B3-83C9-FBEE-AA10-F89D59B8B953}"/>
          </ac:spMkLst>
        </pc:spChg>
        <pc:spChg chg="mod">
          <ac:chgData name="Lorenzo Taddei" userId="30bf616d265f9878" providerId="LiveId" clId="{6FD03176-F394-4DE9-9E07-BC8A4F6F06C0}" dt="2025-09-27T16:26:07.067" v="1553" actId="1076"/>
          <ac:spMkLst>
            <pc:docMk/>
            <pc:sldMk cId="1867763902" sldId="260"/>
            <ac:spMk id="8" creationId="{BFEB4827-7CA8-1973-B00C-B9388DA7CAE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none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 b="0"/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53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2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670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909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874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6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489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252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27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62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39598B85-B088-4DCF-AC6D-F6BFD5953725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0">
                <a:solidFill>
                  <a:srgbClr val="FFFFFF"/>
                </a:solidFill>
                <a:latin typeface="+mj-lt"/>
              </a:defRPr>
            </a:lvl1pPr>
          </a:lstStyle>
          <a:p>
            <a:fld id="{BC9186BD-B3DD-4F64-AAC4-3AE59205B3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52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 cap="none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F71BADB-DD5C-170C-B3C3-3C3FEB3C806E}"/>
              </a:ext>
            </a:extLst>
          </p:cNvPr>
          <p:cNvSpPr/>
          <p:nvPr/>
        </p:nvSpPr>
        <p:spPr>
          <a:xfrm>
            <a:off x="5720080" y="1859281"/>
            <a:ext cx="3779520" cy="718819"/>
          </a:xfrm>
          <a:prstGeom prst="round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2B2CDD0-696B-F4C4-9B50-89AF75B19B66}"/>
              </a:ext>
            </a:extLst>
          </p:cNvPr>
          <p:cNvSpPr/>
          <p:nvPr/>
        </p:nvSpPr>
        <p:spPr>
          <a:xfrm>
            <a:off x="137160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A760C5-1B05-2045-B03C-6EA350881C12}"/>
              </a:ext>
            </a:extLst>
          </p:cNvPr>
          <p:cNvSpPr/>
          <p:nvPr/>
        </p:nvSpPr>
        <p:spPr>
          <a:xfrm>
            <a:off x="137160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Bahnschrift SemiLight" panose="020B0502040204020203" pitchFamily="34" charset="0"/>
              </a:rPr>
              <a:t>Charcoal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2D4BA78-5399-F300-D387-6CA0B66B96EB}"/>
              </a:ext>
            </a:extLst>
          </p:cNvPr>
          <p:cNvSpPr/>
          <p:nvPr/>
        </p:nvSpPr>
        <p:spPr>
          <a:xfrm>
            <a:off x="572008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rgbClr val="1E929E"/>
              </a:gs>
              <a:gs pos="48000">
                <a:srgbClr val="66D4CF"/>
              </a:gs>
              <a:gs pos="100000">
                <a:srgbClr val="87E0E9"/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Calligraphy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B6C51F0-028F-3DAE-C742-1028F8010DD5}"/>
              </a:ext>
            </a:extLst>
          </p:cNvPr>
          <p:cNvSpPr/>
          <p:nvPr/>
        </p:nvSpPr>
        <p:spPr>
          <a:xfrm>
            <a:off x="1371600" y="304292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Charcoal and pencil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4178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B1B06B-008E-EE89-D896-784CCCC76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E36089-89E3-E961-7EB6-3144A9A60B1E}"/>
              </a:ext>
            </a:extLst>
          </p:cNvPr>
          <p:cNvSpPr/>
          <p:nvPr/>
        </p:nvSpPr>
        <p:spPr>
          <a:xfrm>
            <a:off x="5730240" y="683261"/>
            <a:ext cx="3779520" cy="718819"/>
          </a:xfrm>
          <a:prstGeom prst="round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545454">
                    <a:lumMod val="75000"/>
                  </a:srgbClr>
                </a:solidFill>
                <a:latin typeface="Bahnschrift SemiLight" panose="020B0502040204020203" pitchFamily="34" charset="0"/>
              </a:rPr>
              <a:t>Ceramics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B31129-E7FB-E787-68BC-CDF84282A48C}"/>
              </a:ext>
            </a:extLst>
          </p:cNvPr>
          <p:cNvSpPr/>
          <p:nvPr/>
        </p:nvSpPr>
        <p:spPr>
          <a:xfrm>
            <a:off x="137160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More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3EC75B3-83C9-FBEE-AA10-F89D59B8B953}"/>
              </a:ext>
            </a:extLst>
          </p:cNvPr>
          <p:cNvSpPr/>
          <p:nvPr/>
        </p:nvSpPr>
        <p:spPr>
          <a:xfrm>
            <a:off x="1371600" y="69088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Bahnschrift SemiLight" panose="020B0502040204020203" pitchFamily="34" charset="0"/>
              </a:rPr>
              <a:t>Ceramics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EB4827-7CA8-1973-B00C-B9388DA7CAE8}"/>
              </a:ext>
            </a:extLst>
          </p:cNvPr>
          <p:cNvSpPr/>
          <p:nvPr/>
        </p:nvSpPr>
        <p:spPr>
          <a:xfrm>
            <a:off x="5730240" y="186690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rgbClr val="1E929E"/>
              </a:gs>
              <a:gs pos="48000">
                <a:srgbClr val="66D4CF"/>
              </a:gs>
              <a:gs pos="100000">
                <a:srgbClr val="87E0E9"/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Calligraphy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19ACE5-13AB-C4BD-D451-005C4BC84A5B}"/>
              </a:ext>
            </a:extLst>
          </p:cNvPr>
          <p:cNvSpPr/>
          <p:nvPr/>
        </p:nvSpPr>
        <p:spPr>
          <a:xfrm>
            <a:off x="1371600" y="3042920"/>
            <a:ext cx="3779520" cy="7112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19050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45454">
                    <a:lumMod val="75000"/>
                  </a:srgbClr>
                </a:solidFill>
                <a:effectLst/>
                <a:uLnTx/>
                <a:uFillTx/>
                <a:latin typeface="Bahnschrift SemiLight" panose="020B0502040204020203" pitchFamily="34" charset="0"/>
                <a:ea typeface="+mn-ea"/>
                <a:cs typeface="+mn-cs"/>
              </a:rPr>
              <a:t>Charcoal and pencil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545454">
                  <a:lumMod val="75000"/>
                </a:srgbClr>
              </a:solidFill>
              <a:effectLst/>
              <a:uLnTx/>
              <a:uFillTx/>
              <a:latin typeface="Bahnschrift SemiLight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77639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Custom 3">
      <a:dk1>
        <a:srgbClr val="8CD5E3"/>
      </a:dk1>
      <a:lt1>
        <a:srgbClr val="D5393D"/>
      </a:lt1>
      <a:dk2>
        <a:srgbClr val="545454"/>
      </a:dk2>
      <a:lt2>
        <a:srgbClr val="E8F6F9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Wood Type">
      <a:majorFont>
        <a:latin typeface="Arial Black" panose="020B0A040201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 panose="020B0604020202020204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BE1B6DD8-9976-4550-A6F4-B2DD4EA939D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613</TotalTime>
  <Words>14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Black</vt:lpstr>
      <vt:lpstr>Bahnschrift SemiLight</vt:lpstr>
      <vt:lpstr>Wingdings</vt:lpstr>
      <vt:lpstr>Wood Type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Lorenzo Taddei</dc:creator>
  <cp:lastModifiedBy>Lorenzo Taddei</cp:lastModifiedBy>
  <cp:revision>1</cp:revision>
  <dcterms:created xsi:type="dcterms:W3CDTF">2025-09-26T16:41:15Z</dcterms:created>
  <dcterms:modified xsi:type="dcterms:W3CDTF">2025-09-28T09:25:56Z</dcterms:modified>
</cp:coreProperties>
</file>