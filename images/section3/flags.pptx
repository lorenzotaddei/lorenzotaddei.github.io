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34CE55-EAA9-498E-8ABD-B7EB8A0E4B77}" v="17" dt="2025-09-26T12:39:10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5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enzo Taddei" userId="30bf616d265f9878" providerId="LiveId" clId="{3CFE4D1B-D6E8-4B8C-8AF7-BE806EC0D969}"/>
    <pc:docChg chg="custSel addSld modSld">
      <pc:chgData name="Lorenzo Taddei" userId="30bf616d265f9878" providerId="LiveId" clId="{3CFE4D1B-D6E8-4B8C-8AF7-BE806EC0D969}" dt="2023-02-13T10:08:17.343" v="58" actId="2085"/>
      <pc:docMkLst>
        <pc:docMk/>
      </pc:docMkLst>
      <pc:sldChg chg="addSp delSp modSp new mod">
        <pc:chgData name="Lorenzo Taddei" userId="30bf616d265f9878" providerId="LiveId" clId="{3CFE4D1B-D6E8-4B8C-8AF7-BE806EC0D969}" dt="2023-02-13T10:04:33.892" v="28" actId="1076"/>
        <pc:sldMkLst>
          <pc:docMk/>
          <pc:sldMk cId="3160763502" sldId="256"/>
        </pc:sldMkLst>
      </pc:sldChg>
      <pc:sldChg chg="addSp delSp modSp add mod">
        <pc:chgData name="Lorenzo Taddei" userId="30bf616d265f9878" providerId="LiveId" clId="{3CFE4D1B-D6E8-4B8C-8AF7-BE806EC0D969}" dt="2023-02-13T10:08:17.343" v="58" actId="2085"/>
        <pc:sldMkLst>
          <pc:docMk/>
          <pc:sldMk cId="908061509" sldId="257"/>
        </pc:sldMkLst>
      </pc:sldChg>
      <pc:sldChg chg="addSp delSp modSp add mod">
        <pc:chgData name="Lorenzo Taddei" userId="30bf616d265f9878" providerId="LiveId" clId="{3CFE4D1B-D6E8-4B8C-8AF7-BE806EC0D969}" dt="2023-02-13T10:05:45.032" v="45" actId="1076"/>
        <pc:sldMkLst>
          <pc:docMk/>
          <pc:sldMk cId="2006234374" sldId="258"/>
        </pc:sldMkLst>
      </pc:sldChg>
      <pc:sldChg chg="addSp delSp modSp add mod">
        <pc:chgData name="Lorenzo Taddei" userId="30bf616d265f9878" providerId="LiveId" clId="{3CFE4D1B-D6E8-4B8C-8AF7-BE806EC0D969}" dt="2023-02-13T10:08:07.923" v="57" actId="1076"/>
        <pc:sldMkLst>
          <pc:docMk/>
          <pc:sldMk cId="1068699948" sldId="259"/>
        </pc:sldMkLst>
      </pc:sldChg>
    </pc:docChg>
  </pc:docChgLst>
  <pc:docChgLst>
    <pc:chgData name="Lorenzo Taddei" userId="30bf616d265f9878" providerId="LiveId" clId="{0AB97BD2-0743-4355-A7B9-A8D483BDB783}"/>
    <pc:docChg chg="modSld">
      <pc:chgData name="Lorenzo Taddei" userId="30bf616d265f9878" providerId="LiveId" clId="{0AB97BD2-0743-4355-A7B9-A8D483BDB783}" dt="2023-02-14T10:33:03.489" v="1" actId="29295"/>
      <pc:docMkLst>
        <pc:docMk/>
      </pc:docMkLst>
      <pc:sldChg chg="modSp mod">
        <pc:chgData name="Lorenzo Taddei" userId="30bf616d265f9878" providerId="LiveId" clId="{0AB97BD2-0743-4355-A7B9-A8D483BDB783}" dt="2023-02-14T10:32:54.879" v="0" actId="29295"/>
        <pc:sldMkLst>
          <pc:docMk/>
          <pc:sldMk cId="2006234374" sldId="258"/>
        </pc:sldMkLst>
      </pc:sldChg>
      <pc:sldChg chg="modSp mod">
        <pc:chgData name="Lorenzo Taddei" userId="30bf616d265f9878" providerId="LiveId" clId="{0AB97BD2-0743-4355-A7B9-A8D483BDB783}" dt="2023-02-14T10:33:03.489" v="1" actId="29295"/>
        <pc:sldMkLst>
          <pc:docMk/>
          <pc:sldMk cId="1068699948" sldId="259"/>
        </pc:sldMkLst>
      </pc:sldChg>
    </pc:docChg>
  </pc:docChgLst>
  <pc:docChgLst>
    <pc:chgData name="Lorenzo Taddei" userId="30bf616d265f9878" providerId="LiveId" clId="{6FD03176-F394-4DE9-9E07-BC8A4F6F06C0}"/>
    <pc:docChg chg="undo redo custSel addSld delSld modSld">
      <pc:chgData name="Lorenzo Taddei" userId="30bf616d265f9878" providerId="LiveId" clId="{6FD03176-F394-4DE9-9E07-BC8A4F6F06C0}" dt="2025-09-26T12:39:22.247" v="149" actId="207"/>
      <pc:docMkLst>
        <pc:docMk/>
      </pc:docMkLst>
      <pc:sldChg chg="addSp delSp modSp add mod">
        <pc:chgData name="Lorenzo Taddei" userId="30bf616d265f9878" providerId="LiveId" clId="{6FD03176-F394-4DE9-9E07-BC8A4F6F06C0}" dt="2025-09-26T12:36:43.871" v="63" actId="164"/>
        <pc:sldMkLst>
          <pc:docMk/>
          <pc:sldMk cId="4165855930" sldId="260"/>
        </pc:sldMkLst>
        <pc:spChg chg="add del mod">
          <ac:chgData name="Lorenzo Taddei" userId="30bf616d265f9878" providerId="LiveId" clId="{6FD03176-F394-4DE9-9E07-BC8A4F6F06C0}" dt="2025-09-26T12:34:44.288" v="17"/>
          <ac:spMkLst>
            <pc:docMk/>
            <pc:sldMk cId="4165855930" sldId="260"/>
            <ac:spMk id="3" creationId="{6FBAE034-C113-3AC1-59B9-7F7C62E06A0E}"/>
          </ac:spMkLst>
        </pc:spChg>
        <pc:spChg chg="ord">
          <ac:chgData name="Lorenzo Taddei" userId="30bf616d265f9878" providerId="LiveId" clId="{6FD03176-F394-4DE9-9E07-BC8A4F6F06C0}" dt="2025-09-26T12:35:26.710" v="25" actId="167"/>
          <ac:spMkLst>
            <pc:docMk/>
            <pc:sldMk cId="4165855930" sldId="260"/>
            <ac:spMk id="7" creationId="{7D1E5580-B561-57BB-5479-9E3EB91E1C90}"/>
          </ac:spMkLst>
        </pc:spChg>
        <pc:grpChg chg="add mod">
          <ac:chgData name="Lorenzo Taddei" userId="30bf616d265f9878" providerId="LiveId" clId="{6FD03176-F394-4DE9-9E07-BC8A4F6F06C0}" dt="2025-09-26T12:36:43.871" v="63" actId="164"/>
          <ac:grpSpMkLst>
            <pc:docMk/>
            <pc:sldMk cId="4165855930" sldId="260"/>
            <ac:grpSpMk id="8" creationId="{3188279F-69C1-73D9-3D9A-B4F4503179B1}"/>
          </ac:grpSpMkLst>
        </pc:grpChg>
        <pc:picChg chg="add mod">
          <ac:chgData name="Lorenzo Taddei" userId="30bf616d265f9878" providerId="LiveId" clId="{6FD03176-F394-4DE9-9E07-BC8A4F6F06C0}" dt="2025-09-26T12:32:41.789" v="5" actId="1076"/>
          <ac:picMkLst>
            <pc:docMk/>
            <pc:sldMk cId="4165855930" sldId="260"/>
            <ac:picMk id="2" creationId="{990572E3-7EBB-764B-29A6-391900F9B3CB}"/>
          </ac:picMkLst>
        </pc:picChg>
        <pc:picChg chg="del mod">
          <ac:chgData name="Lorenzo Taddei" userId="30bf616d265f9878" providerId="LiveId" clId="{6FD03176-F394-4DE9-9E07-BC8A4F6F06C0}" dt="2025-09-26T12:34:44.288" v="17"/>
          <ac:picMkLst>
            <pc:docMk/>
            <pc:sldMk cId="4165855930" sldId="260"/>
            <ac:picMk id="4" creationId="{8B4C5083-87C2-9DF9-0C4F-4FFF8F8E811C}"/>
          </ac:picMkLst>
        </pc:picChg>
        <pc:picChg chg="mod">
          <ac:chgData name="Lorenzo Taddei" userId="30bf616d265f9878" providerId="LiveId" clId="{6FD03176-F394-4DE9-9E07-BC8A4F6F06C0}" dt="2025-09-26T12:36:43.871" v="63" actId="164"/>
          <ac:picMkLst>
            <pc:docMk/>
            <pc:sldMk cId="4165855930" sldId="260"/>
            <ac:picMk id="5" creationId="{01330D20-84CA-EB01-C1B5-0C16711542AF}"/>
          </ac:picMkLst>
        </pc:picChg>
        <pc:picChg chg="add mod ord">
          <ac:chgData name="Lorenzo Taddei" userId="30bf616d265f9878" providerId="LiveId" clId="{6FD03176-F394-4DE9-9E07-BC8A4F6F06C0}" dt="2025-09-26T12:36:43.871" v="63" actId="164"/>
          <ac:picMkLst>
            <pc:docMk/>
            <pc:sldMk cId="4165855930" sldId="260"/>
            <ac:picMk id="6" creationId="{B4E5DC63-4C58-F4C0-FC26-02797FF23A8D}"/>
          </ac:picMkLst>
        </pc:picChg>
      </pc:sldChg>
      <pc:sldChg chg="add del">
        <pc:chgData name="Lorenzo Taddei" userId="30bf616d265f9878" providerId="LiveId" clId="{6FD03176-F394-4DE9-9E07-BC8A4F6F06C0}" dt="2025-09-26T12:32:31.058" v="3"/>
        <pc:sldMkLst>
          <pc:docMk/>
          <pc:sldMk cId="2437045536" sldId="261"/>
        </pc:sldMkLst>
      </pc:sldChg>
      <pc:sldChg chg="addSp delSp modSp add mod">
        <pc:chgData name="Lorenzo Taddei" userId="30bf616d265f9878" providerId="LiveId" clId="{6FD03176-F394-4DE9-9E07-BC8A4F6F06C0}" dt="2025-09-26T12:39:22.247" v="149" actId="207"/>
        <pc:sldMkLst>
          <pc:docMk/>
          <pc:sldMk cId="4011292387" sldId="261"/>
        </pc:sldMkLst>
        <pc:spChg chg="add del mod">
          <ac:chgData name="Lorenzo Taddei" userId="30bf616d265f9878" providerId="LiveId" clId="{6FD03176-F394-4DE9-9E07-BC8A4F6F06C0}" dt="2025-09-26T12:39:08.227" v="107" actId="478"/>
          <ac:spMkLst>
            <pc:docMk/>
            <pc:sldMk cId="4011292387" sldId="261"/>
            <ac:spMk id="6" creationId="{FA7322B7-C96F-4192-B539-3B273ABE2A86}"/>
          </ac:spMkLst>
        </pc:spChg>
        <pc:spChg chg="ord">
          <ac:chgData name="Lorenzo Taddei" userId="30bf616d265f9878" providerId="LiveId" clId="{6FD03176-F394-4DE9-9E07-BC8A4F6F06C0}" dt="2025-09-26T12:37:44.377" v="74" actId="167"/>
          <ac:spMkLst>
            <pc:docMk/>
            <pc:sldMk cId="4011292387" sldId="261"/>
            <ac:spMk id="7" creationId="{9F1CB320-5B49-94CE-2FBB-A29DF8C1775B}"/>
          </ac:spMkLst>
        </pc:spChg>
        <pc:spChg chg="add mod">
          <ac:chgData name="Lorenzo Taddei" userId="30bf616d265f9878" providerId="LiveId" clId="{6FD03176-F394-4DE9-9E07-BC8A4F6F06C0}" dt="2025-09-26T12:39:22.247" v="149" actId="207"/>
          <ac:spMkLst>
            <pc:docMk/>
            <pc:sldMk cId="4011292387" sldId="261"/>
            <ac:spMk id="8" creationId="{CFEE4C96-829E-27AB-D817-7178F2E0ACDB}"/>
          </ac:spMkLst>
        </pc:spChg>
        <pc:grpChg chg="add mod ord">
          <ac:chgData name="Lorenzo Taddei" userId="30bf616d265f9878" providerId="LiveId" clId="{6FD03176-F394-4DE9-9E07-BC8A4F6F06C0}" dt="2025-09-26T12:37:58.093" v="81" actId="14861"/>
          <ac:grpSpMkLst>
            <pc:docMk/>
            <pc:sldMk cId="4011292387" sldId="261"/>
            <ac:grpSpMk id="2" creationId="{3FC94205-F7D5-8ACF-A915-1BFB7428EB61}"/>
          </ac:grpSpMkLst>
        </pc:grpChg>
        <pc:picChg chg="mod">
          <ac:chgData name="Lorenzo Taddei" userId="30bf616d265f9878" providerId="LiveId" clId="{6FD03176-F394-4DE9-9E07-BC8A4F6F06C0}" dt="2025-09-26T12:38:17.271" v="103" actId="29295"/>
          <ac:picMkLst>
            <pc:docMk/>
            <pc:sldMk cId="4011292387" sldId="261"/>
            <ac:picMk id="3" creationId="{1626B058-DDF0-E23C-70BB-9DB237C1E518}"/>
          </ac:picMkLst>
        </pc:picChg>
        <pc:picChg chg="add del">
          <ac:chgData name="Lorenzo Taddei" userId="30bf616d265f9878" providerId="LiveId" clId="{6FD03176-F394-4DE9-9E07-BC8A4F6F06C0}" dt="2025-09-26T12:37:43.977" v="73" actId="478"/>
          <ac:picMkLst>
            <pc:docMk/>
            <pc:sldMk cId="4011292387" sldId="261"/>
            <ac:picMk id="4" creationId="{AFFB909D-8069-B903-E703-68F137603670}"/>
          </ac:picMkLst>
        </pc:picChg>
        <pc:picChg chg="mod">
          <ac:chgData name="Lorenzo Taddei" userId="30bf616d265f9878" providerId="LiveId" clId="{6FD03176-F394-4DE9-9E07-BC8A4F6F06C0}" dt="2025-09-26T12:38:17.271" v="103" actId="29295"/>
          <ac:picMkLst>
            <pc:docMk/>
            <pc:sldMk cId="4011292387" sldId="261"/>
            <ac:picMk id="5" creationId="{C42F9831-FC97-5C85-8577-6590048978F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935CC-392A-2067-B9A6-7F69236B8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82F4C-7E93-4681-B63C-31C6F97A0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221F8-6606-7DCC-3A06-0DFD9F6A9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AF60B-EE12-4DA8-A3AC-DF689C975724}" type="datetimeFigureOut">
              <a:rPr lang="it-IT" smtClean="0"/>
              <a:t>26/09/2025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7420C-6DD1-DF06-A221-707AB6693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0CBCA-C1D6-E79B-F005-EA94EB9F1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DF29-79B2-4A40-8BD1-5E0A18EC94D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112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D3C75-2C12-F588-752B-8DF0CEAF6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E81AE-A991-1348-EB5D-DC8900A8B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BB3D6-AA27-5338-5E1F-FD7A3E090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AF60B-EE12-4DA8-A3AC-DF689C975724}" type="datetimeFigureOut">
              <a:rPr lang="it-IT" smtClean="0"/>
              <a:t>26/09/2025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64DE7-FE75-30F8-D235-0A68CC535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139BC-17C2-33B6-BC84-63FE2331E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DF29-79B2-4A40-8BD1-5E0A18EC94D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613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A61DD-B1B6-8360-0725-1375F7ED6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DAC0C-8F8E-7F06-A560-31AFCB4C9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36E5-4D6E-8068-3E0C-C74CD74B0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AF60B-EE12-4DA8-A3AC-DF689C975724}" type="datetimeFigureOut">
              <a:rPr lang="it-IT" smtClean="0"/>
              <a:t>26/09/2025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24631-F144-714D-1772-0DE886329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F3046-D78B-6A4F-6326-B01A48B4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DF29-79B2-4A40-8BD1-5E0A18EC94D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2804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80EE3-2BCC-B197-4864-A91E4364B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BCAFF-E75F-0C27-1C06-1B3107B5F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52EC0-C503-13C3-295B-4519EEFFC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E2C2B-3B18-4DC3-6BFC-36ADD4E37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AF60B-EE12-4DA8-A3AC-DF689C975724}" type="datetimeFigureOut">
              <a:rPr lang="it-IT" smtClean="0"/>
              <a:t>26/09/2025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03FA7-BC56-483D-AFA2-5130DF45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DBC36-1A86-D422-9544-8A679DC6B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DF29-79B2-4A40-8BD1-5E0A18EC94D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1712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3C11B-1FB6-13DA-60BE-1F9A61CF0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FEE9F-8132-1580-8235-C28F6DD2A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D11B0-55DE-6197-357B-DBBB302DE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1AF562-7761-B052-F6C0-BA7A5694A5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900252-FBC3-22FA-9390-E2873FD8F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FEE866-0B93-D5A5-A630-72442EA7E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AF60B-EE12-4DA8-A3AC-DF689C975724}" type="datetimeFigureOut">
              <a:rPr lang="it-IT" smtClean="0"/>
              <a:t>26/09/2025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AD590-37AF-6D71-6E8D-1238DD503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33423C-CDDC-526A-BF31-90474B4C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DF29-79B2-4A40-8BD1-5E0A18EC94D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5793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03A98-00B8-6267-BEFC-1FD000084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3BA4AD-9B7E-64C0-4B7E-548FFAC1E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AF60B-EE12-4DA8-A3AC-DF689C975724}" type="datetimeFigureOut">
              <a:rPr lang="it-IT" smtClean="0"/>
              <a:t>26/09/2025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2D71CF-B66F-27B4-16C3-61C956733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5DBD1F-C6A4-8129-C476-006D26859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DF29-79B2-4A40-8BD1-5E0A18EC94D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3158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53955-E37B-FF24-A635-A6AAEFD1A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AF60B-EE12-4DA8-A3AC-DF689C975724}" type="datetimeFigureOut">
              <a:rPr lang="it-IT" smtClean="0"/>
              <a:t>26/09/2025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CEA278-12E6-2504-AC05-9DCA1ADC4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F3D06-B97B-A3B4-DCF0-8EC8C5C0F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DF29-79B2-4A40-8BD1-5E0A18EC94D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0271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CF597-EE1C-5724-FB5C-66263493D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F1A11-CFFA-CDB6-46FA-57784D046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126BB-78AD-DD78-26EE-EF957531A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D69FF-C36C-CF49-0124-782EE1141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AF60B-EE12-4DA8-A3AC-DF689C975724}" type="datetimeFigureOut">
              <a:rPr lang="it-IT" smtClean="0"/>
              <a:t>26/09/2025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92E85-0042-632B-838A-5567D4D8E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BF403-1612-5478-1D80-9C27C26DD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DF29-79B2-4A40-8BD1-5E0A18EC94D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1908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4161F-F6E0-1315-9FEF-D98D60CDB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B1C605-2974-78D4-AC7E-ED13F5338B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8C532-9640-C6D9-EFAA-D5A0B78C1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44A3A-5DD1-C4DF-18AD-2703E383A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AF60B-EE12-4DA8-A3AC-DF689C975724}" type="datetimeFigureOut">
              <a:rPr lang="it-IT" smtClean="0"/>
              <a:t>26/09/2025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B7E20-38A8-ADBD-9DB6-01F9050C5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AA476-F550-62D0-3EC5-1C840590A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DF29-79B2-4A40-8BD1-5E0A18EC94D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2810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6AB16-9E1F-0E80-29AA-DA8C0F2EF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D63901-81AC-DCF3-1DA5-66E623285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799C2-A654-95CA-A002-CE238D3BC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AF60B-EE12-4DA8-A3AC-DF689C975724}" type="datetimeFigureOut">
              <a:rPr lang="it-IT" smtClean="0"/>
              <a:t>26/09/2025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D3414-6E6D-5122-9C06-F8282DBAE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798A1-58AC-5BD9-5AC5-016FBFDD4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DF29-79B2-4A40-8BD1-5E0A18EC94D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7635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AF74FA-4218-C467-CB9F-68E139134E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51CA4A-830A-F92F-2E09-59304179D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4BDC4-85CD-1B5D-87CB-71DD3F7F2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AF60B-EE12-4DA8-A3AC-DF689C975724}" type="datetimeFigureOut">
              <a:rPr lang="it-IT" smtClean="0"/>
              <a:t>26/09/2025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38B05-8DC7-A273-3F4F-C842C052D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4EB64-595F-7E4A-2467-2A9246136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DF29-79B2-4A40-8BD1-5E0A18EC94D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8670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71D892-8A80-EB78-A37A-61EFBBAF3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060AA-44E2-B600-026E-F7FCB9B65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CC363-2C01-D703-F9C0-3F7D91834A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AF60B-EE12-4DA8-A3AC-DF689C975724}" type="datetimeFigureOut">
              <a:rPr lang="it-IT" smtClean="0"/>
              <a:t>26/09/2025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2B4B6-821A-C842-AE73-83AD371028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ADF57-5B88-E552-810D-7FF74405DE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2DF29-79B2-4A40-8BD1-5E0A18EC94D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5550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1EC6880-5550-2593-68D4-E95F0C3E1259}"/>
              </a:ext>
            </a:extLst>
          </p:cNvPr>
          <p:cNvSpPr/>
          <p:nvPr/>
        </p:nvSpPr>
        <p:spPr>
          <a:xfrm>
            <a:off x="0" y="0"/>
            <a:ext cx="6583680" cy="3891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648D03-358F-CA18-8857-76CA9BC07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545" y="0"/>
            <a:ext cx="3896589" cy="389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76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D7AF15C-8DEB-FC08-752E-4968750864A9}"/>
              </a:ext>
            </a:extLst>
          </p:cNvPr>
          <p:cNvSpPr/>
          <p:nvPr/>
        </p:nvSpPr>
        <p:spPr>
          <a:xfrm>
            <a:off x="0" y="0"/>
            <a:ext cx="6583680" cy="3891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41835F-FF49-9303-D406-262BC1BE4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740" y="0"/>
            <a:ext cx="3891280" cy="389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061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DFA5D0-02B8-C032-3CBA-150AE639EBDD}"/>
              </a:ext>
            </a:extLst>
          </p:cNvPr>
          <p:cNvSpPr/>
          <p:nvPr/>
        </p:nvSpPr>
        <p:spPr>
          <a:xfrm>
            <a:off x="0" y="0"/>
            <a:ext cx="6583680" cy="3891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BCFDB8-5A12-C2DA-71D7-78B9251BB78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20" y="0"/>
            <a:ext cx="3901440" cy="390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234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DFA5D0-02B8-C032-3CBA-150AE639EBDD}"/>
              </a:ext>
            </a:extLst>
          </p:cNvPr>
          <p:cNvSpPr/>
          <p:nvPr/>
        </p:nvSpPr>
        <p:spPr>
          <a:xfrm>
            <a:off x="0" y="0"/>
            <a:ext cx="6583680" cy="3891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B9406F-15DF-D2C4-CC8D-AB0E26347F1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200" y="0"/>
            <a:ext cx="3891280" cy="389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99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02124-7D57-ECB7-76D4-A00DE5A66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F1CB320-5B49-94CE-2FBB-A29DF8C1775B}"/>
              </a:ext>
            </a:extLst>
          </p:cNvPr>
          <p:cNvSpPr/>
          <p:nvPr/>
        </p:nvSpPr>
        <p:spPr>
          <a:xfrm>
            <a:off x="0" y="0"/>
            <a:ext cx="6583680" cy="3891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FC94205-F7D5-8ACF-A915-1BFB7428EB61}"/>
              </a:ext>
            </a:extLst>
          </p:cNvPr>
          <p:cNvGrpSpPr/>
          <p:nvPr/>
        </p:nvGrpSpPr>
        <p:grpSpPr>
          <a:xfrm>
            <a:off x="1346200" y="0"/>
            <a:ext cx="3891280" cy="3891280"/>
            <a:chOff x="497332" y="1076960"/>
            <a:chExt cx="4618736" cy="461873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626B058-DDF0-E23C-70BB-9DB237C1E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50" r="22650"/>
            <a:stretch/>
          </p:blipFill>
          <p:spPr>
            <a:xfrm>
              <a:off x="497332" y="1076960"/>
              <a:ext cx="4618736" cy="4618736"/>
            </a:xfrm>
            <a:custGeom>
              <a:avLst/>
              <a:gdLst>
                <a:gd name="connsiteX0" fmla="*/ 1945640 w 3891280"/>
                <a:gd name="connsiteY0" fmla="*/ 0 h 3891280"/>
                <a:gd name="connsiteX1" fmla="*/ 3891280 w 3891280"/>
                <a:gd name="connsiteY1" fmla="*/ 1945640 h 3891280"/>
                <a:gd name="connsiteX2" fmla="*/ 1945640 w 3891280"/>
                <a:gd name="connsiteY2" fmla="*/ 3891280 h 3891280"/>
                <a:gd name="connsiteX3" fmla="*/ 0 w 3891280"/>
                <a:gd name="connsiteY3" fmla="*/ 1945640 h 3891280"/>
                <a:gd name="connsiteX4" fmla="*/ 1945640 w 3891280"/>
                <a:gd name="connsiteY4" fmla="*/ 0 h 389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91280" h="3891280">
                  <a:moveTo>
                    <a:pt x="1945640" y="0"/>
                  </a:moveTo>
                  <a:cubicBezTo>
                    <a:pt x="3020187" y="0"/>
                    <a:pt x="3891280" y="871093"/>
                    <a:pt x="3891280" y="1945640"/>
                  </a:cubicBezTo>
                  <a:cubicBezTo>
                    <a:pt x="3891280" y="3020187"/>
                    <a:pt x="3020187" y="3891280"/>
                    <a:pt x="1945640" y="3891280"/>
                  </a:cubicBezTo>
                  <a:cubicBezTo>
                    <a:pt x="871093" y="3891280"/>
                    <a:pt x="0" y="3020187"/>
                    <a:pt x="0" y="1945640"/>
                  </a:cubicBezTo>
                  <a:cubicBezTo>
                    <a:pt x="0" y="871093"/>
                    <a:pt x="871093" y="0"/>
                    <a:pt x="1945640" y="0"/>
                  </a:cubicBezTo>
                  <a:close/>
                </a:path>
              </a:pathLst>
            </a:cu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42F9831-FC97-5C85-8577-659004897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50" r="22650"/>
            <a:stretch/>
          </p:blipFill>
          <p:spPr>
            <a:xfrm>
              <a:off x="861060" y="1574800"/>
              <a:ext cx="3708400" cy="3708400"/>
            </a:xfrm>
            <a:custGeom>
              <a:avLst/>
              <a:gdLst>
                <a:gd name="connsiteX0" fmla="*/ 1945640 w 3891280"/>
                <a:gd name="connsiteY0" fmla="*/ 0 h 3891280"/>
                <a:gd name="connsiteX1" fmla="*/ 3891280 w 3891280"/>
                <a:gd name="connsiteY1" fmla="*/ 1945640 h 3891280"/>
                <a:gd name="connsiteX2" fmla="*/ 1945640 w 3891280"/>
                <a:gd name="connsiteY2" fmla="*/ 3891280 h 3891280"/>
                <a:gd name="connsiteX3" fmla="*/ 0 w 3891280"/>
                <a:gd name="connsiteY3" fmla="*/ 1945640 h 3891280"/>
                <a:gd name="connsiteX4" fmla="*/ 1945640 w 3891280"/>
                <a:gd name="connsiteY4" fmla="*/ 0 h 389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91280" h="3891280">
                  <a:moveTo>
                    <a:pt x="1945640" y="0"/>
                  </a:moveTo>
                  <a:cubicBezTo>
                    <a:pt x="3020187" y="0"/>
                    <a:pt x="3891280" y="871093"/>
                    <a:pt x="3891280" y="1945640"/>
                  </a:cubicBezTo>
                  <a:cubicBezTo>
                    <a:pt x="3891280" y="3020187"/>
                    <a:pt x="3020187" y="3891280"/>
                    <a:pt x="1945640" y="3891280"/>
                  </a:cubicBezTo>
                  <a:cubicBezTo>
                    <a:pt x="871093" y="3891280"/>
                    <a:pt x="0" y="3020187"/>
                    <a:pt x="0" y="1945640"/>
                  </a:cubicBezTo>
                  <a:cubicBezTo>
                    <a:pt x="0" y="871093"/>
                    <a:pt x="871093" y="0"/>
                    <a:pt x="1945640" y="0"/>
                  </a:cubicBezTo>
                  <a:close/>
                </a:path>
              </a:pathLst>
            </a:cu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FEE4C96-829E-27AB-D817-7178F2E0ACDB}"/>
              </a:ext>
            </a:extLst>
          </p:cNvPr>
          <p:cNvSpPr/>
          <p:nvPr/>
        </p:nvSpPr>
        <p:spPr>
          <a:xfrm>
            <a:off x="0" y="0"/>
            <a:ext cx="6583680" cy="3891280"/>
          </a:xfrm>
          <a:prstGeom prst="rect">
            <a:avLst/>
          </a:prstGeom>
          <a:solidFill>
            <a:schemeClr val="bg1">
              <a:alpha val="17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1292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38FA1-5272-0431-CB13-911FCD115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1E5580-B561-57BB-5479-9E3EB91E1C90}"/>
              </a:ext>
            </a:extLst>
          </p:cNvPr>
          <p:cNvSpPr/>
          <p:nvPr/>
        </p:nvSpPr>
        <p:spPr>
          <a:xfrm>
            <a:off x="0" y="0"/>
            <a:ext cx="6583680" cy="3891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188279F-69C1-73D9-3D9A-B4F4503179B1}"/>
              </a:ext>
            </a:extLst>
          </p:cNvPr>
          <p:cNvGrpSpPr/>
          <p:nvPr/>
        </p:nvGrpSpPr>
        <p:grpSpPr>
          <a:xfrm>
            <a:off x="497332" y="1076960"/>
            <a:ext cx="4618736" cy="4618736"/>
            <a:chOff x="497332" y="1076960"/>
            <a:chExt cx="4618736" cy="461873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4E5DC63-4C58-F4C0-FC26-02797FF23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50" r="22650"/>
            <a:stretch/>
          </p:blipFill>
          <p:spPr>
            <a:xfrm>
              <a:off x="497332" y="1076960"/>
              <a:ext cx="4618736" cy="4618736"/>
            </a:xfrm>
            <a:custGeom>
              <a:avLst/>
              <a:gdLst>
                <a:gd name="connsiteX0" fmla="*/ 1945640 w 3891280"/>
                <a:gd name="connsiteY0" fmla="*/ 0 h 3891280"/>
                <a:gd name="connsiteX1" fmla="*/ 3891280 w 3891280"/>
                <a:gd name="connsiteY1" fmla="*/ 1945640 h 3891280"/>
                <a:gd name="connsiteX2" fmla="*/ 1945640 w 3891280"/>
                <a:gd name="connsiteY2" fmla="*/ 3891280 h 3891280"/>
                <a:gd name="connsiteX3" fmla="*/ 0 w 3891280"/>
                <a:gd name="connsiteY3" fmla="*/ 1945640 h 3891280"/>
                <a:gd name="connsiteX4" fmla="*/ 1945640 w 3891280"/>
                <a:gd name="connsiteY4" fmla="*/ 0 h 389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91280" h="3891280">
                  <a:moveTo>
                    <a:pt x="1945640" y="0"/>
                  </a:moveTo>
                  <a:cubicBezTo>
                    <a:pt x="3020187" y="0"/>
                    <a:pt x="3891280" y="871093"/>
                    <a:pt x="3891280" y="1945640"/>
                  </a:cubicBezTo>
                  <a:cubicBezTo>
                    <a:pt x="3891280" y="3020187"/>
                    <a:pt x="3020187" y="3891280"/>
                    <a:pt x="1945640" y="3891280"/>
                  </a:cubicBezTo>
                  <a:cubicBezTo>
                    <a:pt x="871093" y="3891280"/>
                    <a:pt x="0" y="3020187"/>
                    <a:pt x="0" y="1945640"/>
                  </a:cubicBezTo>
                  <a:cubicBezTo>
                    <a:pt x="0" y="871093"/>
                    <a:pt x="871093" y="0"/>
                    <a:pt x="1945640" y="0"/>
                  </a:cubicBezTo>
                  <a:close/>
                </a:path>
              </a:pathLst>
            </a:cu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1330D20-84CA-EB01-C1B5-0C1671154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50" r="22650"/>
            <a:stretch/>
          </p:blipFill>
          <p:spPr>
            <a:xfrm>
              <a:off x="861060" y="1574800"/>
              <a:ext cx="3708400" cy="3708400"/>
            </a:xfrm>
            <a:custGeom>
              <a:avLst/>
              <a:gdLst>
                <a:gd name="connsiteX0" fmla="*/ 1945640 w 3891280"/>
                <a:gd name="connsiteY0" fmla="*/ 0 h 3891280"/>
                <a:gd name="connsiteX1" fmla="*/ 3891280 w 3891280"/>
                <a:gd name="connsiteY1" fmla="*/ 1945640 h 3891280"/>
                <a:gd name="connsiteX2" fmla="*/ 1945640 w 3891280"/>
                <a:gd name="connsiteY2" fmla="*/ 3891280 h 3891280"/>
                <a:gd name="connsiteX3" fmla="*/ 0 w 3891280"/>
                <a:gd name="connsiteY3" fmla="*/ 1945640 h 3891280"/>
                <a:gd name="connsiteX4" fmla="*/ 1945640 w 3891280"/>
                <a:gd name="connsiteY4" fmla="*/ 0 h 389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91280" h="3891280">
                  <a:moveTo>
                    <a:pt x="1945640" y="0"/>
                  </a:moveTo>
                  <a:cubicBezTo>
                    <a:pt x="3020187" y="0"/>
                    <a:pt x="3891280" y="871093"/>
                    <a:pt x="3891280" y="1945640"/>
                  </a:cubicBezTo>
                  <a:cubicBezTo>
                    <a:pt x="3891280" y="3020187"/>
                    <a:pt x="3020187" y="3891280"/>
                    <a:pt x="1945640" y="3891280"/>
                  </a:cubicBezTo>
                  <a:cubicBezTo>
                    <a:pt x="871093" y="3891280"/>
                    <a:pt x="0" y="3020187"/>
                    <a:pt x="0" y="1945640"/>
                  </a:cubicBezTo>
                  <a:cubicBezTo>
                    <a:pt x="0" y="871093"/>
                    <a:pt x="871093" y="0"/>
                    <a:pt x="1945640" y="0"/>
                  </a:cubicBezTo>
                  <a:close/>
                </a:path>
              </a:pathLst>
            </a:cu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90572E3-7EBB-764B-29A6-391900F9B3C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400" y="304800"/>
            <a:ext cx="3891280" cy="389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855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Lorenzo Taddei</dc:creator>
  <cp:lastModifiedBy>Lorenzo Taddei</cp:lastModifiedBy>
  <cp:revision>1</cp:revision>
  <dcterms:created xsi:type="dcterms:W3CDTF">2023-02-13T10:00:27Z</dcterms:created>
  <dcterms:modified xsi:type="dcterms:W3CDTF">2025-09-26T12:39:29Z</dcterms:modified>
</cp:coreProperties>
</file>