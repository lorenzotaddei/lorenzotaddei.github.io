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E0E9"/>
    <a:srgbClr val="66D4CF"/>
    <a:srgbClr val="1E929E"/>
    <a:srgbClr val="EA705C"/>
    <a:srgbClr val="DF5841"/>
    <a:srgbClr val="C72B1F"/>
    <a:srgbClr val="537CAD"/>
    <a:srgbClr val="53BF41"/>
    <a:srgbClr val="50C032"/>
    <a:srgbClr val="7DAF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1F40C3-A640-4FF9-A163-49B01836B37B}" v="1" dt="2026-03-17T16:47:30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o Taddei" userId="30bf616d265f9878" providerId="LiveId" clId="{6FD03176-F394-4DE9-9E07-BC8A4F6F06C0}"/>
    <pc:docChg chg="undo redo custSel addSld delSld modSld">
      <pc:chgData name="Lorenzo Taddei" userId="30bf616d265f9878" providerId="LiveId" clId="{6FD03176-F394-4DE9-9E07-BC8A4F6F06C0}" dt="2026-03-17T20:38:16.671" v="1589" actId="20577"/>
      <pc:docMkLst>
        <pc:docMk/>
      </pc:docMkLst>
      <pc:sldChg chg="addSp modSp add mod">
        <pc:chgData name="Lorenzo Taddei" userId="30bf616d265f9878" providerId="LiveId" clId="{6FD03176-F394-4DE9-9E07-BC8A4F6F06C0}" dt="2026-03-17T20:38:16.671" v="1589" actId="20577"/>
        <pc:sldMkLst>
          <pc:docMk/>
          <pc:sldMk cId="1867763902" sldId="260"/>
        </pc:sldMkLst>
        <pc:spChg chg="add mod">
          <ac:chgData name="Lorenzo Taddei" userId="30bf616d265f9878" providerId="LiveId" clId="{6FD03176-F394-4DE9-9E07-BC8A4F6F06C0}" dt="2026-03-17T16:47:44.252" v="1576" actId="20577"/>
          <ac:spMkLst>
            <pc:docMk/>
            <pc:sldMk cId="1867763902" sldId="260"/>
            <ac:spMk id="2" creationId="{AA1C7E1B-96AB-11D3-445C-8EA308DD6E81}"/>
          </ac:spMkLst>
        </pc:spChg>
        <pc:spChg chg="mod">
          <ac:chgData name="Lorenzo Taddei" userId="30bf616d265f9878" providerId="LiveId" clId="{6FD03176-F394-4DE9-9E07-BC8A4F6F06C0}" dt="2026-03-17T20:38:16.671" v="1589" actId="20577"/>
          <ac:spMkLst>
            <pc:docMk/>
            <pc:sldMk cId="1867763902" sldId="260"/>
            <ac:spMk id="4" creationId="{4CE36089-89E3-E961-7EB6-3144A9A60B1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56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53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9598B85-B088-4DCF-AC6D-F6BFD595372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70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09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74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89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3/17/2026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52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27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98B85-B088-4DCF-AC6D-F6BFD595372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2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9598B85-B088-4DCF-AC6D-F6BFD595372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BC9186BD-B3DD-4F64-AAC4-3AE59205B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5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71BADB-DD5C-170C-B3C3-3C3FEB3C806E}"/>
              </a:ext>
            </a:extLst>
          </p:cNvPr>
          <p:cNvSpPr/>
          <p:nvPr/>
        </p:nvSpPr>
        <p:spPr>
          <a:xfrm>
            <a:off x="5720080" y="1859281"/>
            <a:ext cx="3779520" cy="71881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75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+mn-ea"/>
                <a:cs typeface="+mn-cs"/>
              </a:rPr>
              <a:t>More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B2CDD0-696B-F4C4-9B50-89AF75B19B66}"/>
              </a:ext>
            </a:extLst>
          </p:cNvPr>
          <p:cNvSpPr/>
          <p:nvPr/>
        </p:nvSpPr>
        <p:spPr>
          <a:xfrm>
            <a:off x="1371600" y="1866900"/>
            <a:ext cx="3779520" cy="7112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75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+mn-ea"/>
                <a:cs typeface="+mn-cs"/>
              </a:rPr>
              <a:t>More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A760C5-1B05-2045-B03C-6EA350881C12}"/>
              </a:ext>
            </a:extLst>
          </p:cNvPr>
          <p:cNvSpPr/>
          <p:nvPr/>
        </p:nvSpPr>
        <p:spPr>
          <a:xfrm>
            <a:off x="1371600" y="690880"/>
            <a:ext cx="3779520" cy="7112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Bahnschrift SemiLight" panose="020B0502040204020203" pitchFamily="34" charset="0"/>
              </a:rPr>
              <a:t>Charcoal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D4BA78-5399-F300-D387-6CA0B66B96EB}"/>
              </a:ext>
            </a:extLst>
          </p:cNvPr>
          <p:cNvSpPr/>
          <p:nvPr/>
        </p:nvSpPr>
        <p:spPr>
          <a:xfrm>
            <a:off x="5720080" y="690880"/>
            <a:ext cx="3779520" cy="711200"/>
          </a:xfrm>
          <a:prstGeom prst="roundRect">
            <a:avLst/>
          </a:prstGeom>
          <a:gradFill flip="none" rotWithShape="1">
            <a:gsLst>
              <a:gs pos="0">
                <a:srgbClr val="1E929E"/>
              </a:gs>
              <a:gs pos="48000">
                <a:srgbClr val="66D4CF"/>
              </a:gs>
              <a:gs pos="100000">
                <a:srgbClr val="87E0E9"/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75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+mn-ea"/>
                <a:cs typeface="+mn-cs"/>
              </a:rPr>
              <a:t>Calligraphy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6C51F0-028F-3DAE-C742-1028F8010DD5}"/>
              </a:ext>
            </a:extLst>
          </p:cNvPr>
          <p:cNvSpPr/>
          <p:nvPr/>
        </p:nvSpPr>
        <p:spPr>
          <a:xfrm>
            <a:off x="1371600" y="3042920"/>
            <a:ext cx="3779520" cy="7112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45454">
                    <a:lumMod val="75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+mn-ea"/>
                <a:cs typeface="+mn-cs"/>
              </a:rPr>
              <a:t>Charcoal and pencil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5454">
                  <a:lumMod val="75000"/>
                </a:srgbClr>
              </a:solidFill>
              <a:effectLst/>
              <a:uLnTx/>
              <a:uFillTx/>
              <a:latin typeface="Bahnschrift SemiLigh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4178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B1B06B-008E-EE89-D896-784CCCC76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E36089-89E3-E961-7EB6-3144A9A60B1E}"/>
              </a:ext>
            </a:extLst>
          </p:cNvPr>
          <p:cNvSpPr/>
          <p:nvPr/>
        </p:nvSpPr>
        <p:spPr>
          <a:xfrm>
            <a:off x="5730240" y="683261"/>
            <a:ext cx="3779520" cy="71881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545454">
                    <a:lumMod val="75000"/>
                  </a:srgbClr>
                </a:solidFill>
                <a:latin typeface="Bahnschrift SemiLight" panose="020B0502040204020203" pitchFamily="34" charset="0"/>
              </a:rPr>
              <a:t>Woodworking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5454">
                  <a:lumMod val="75000"/>
                </a:srgbClr>
              </a:solidFill>
              <a:effectLst/>
              <a:uLnTx/>
              <a:uFillTx/>
              <a:latin typeface="Bahnschrift SemiLight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B31129-E7FB-E787-68BC-CDF84282A48C}"/>
              </a:ext>
            </a:extLst>
          </p:cNvPr>
          <p:cNvSpPr/>
          <p:nvPr/>
        </p:nvSpPr>
        <p:spPr>
          <a:xfrm>
            <a:off x="1371600" y="1866900"/>
            <a:ext cx="3779520" cy="7112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75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+mn-ea"/>
                <a:cs typeface="+mn-cs"/>
              </a:rPr>
              <a:t>More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EC75B3-83C9-FBEE-AA10-F89D59B8B953}"/>
              </a:ext>
            </a:extLst>
          </p:cNvPr>
          <p:cNvSpPr/>
          <p:nvPr/>
        </p:nvSpPr>
        <p:spPr>
          <a:xfrm>
            <a:off x="1371600" y="690880"/>
            <a:ext cx="3779520" cy="7112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Bahnschrift SemiLight" panose="020B0502040204020203" pitchFamily="34" charset="0"/>
              </a:rPr>
              <a:t>Ceramics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EB4827-7CA8-1973-B00C-B9388DA7CAE8}"/>
              </a:ext>
            </a:extLst>
          </p:cNvPr>
          <p:cNvSpPr/>
          <p:nvPr/>
        </p:nvSpPr>
        <p:spPr>
          <a:xfrm>
            <a:off x="5730240" y="1866900"/>
            <a:ext cx="3779520" cy="711200"/>
          </a:xfrm>
          <a:prstGeom prst="roundRect">
            <a:avLst/>
          </a:prstGeom>
          <a:gradFill flip="none" rotWithShape="1">
            <a:gsLst>
              <a:gs pos="0">
                <a:srgbClr val="1E929E"/>
              </a:gs>
              <a:gs pos="48000">
                <a:srgbClr val="66D4CF"/>
              </a:gs>
              <a:gs pos="100000">
                <a:srgbClr val="87E0E9"/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75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+mn-ea"/>
                <a:cs typeface="+mn-cs"/>
              </a:rPr>
              <a:t>Calligraphy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19ACE5-13AB-C4BD-D451-005C4BC84A5B}"/>
              </a:ext>
            </a:extLst>
          </p:cNvPr>
          <p:cNvSpPr/>
          <p:nvPr/>
        </p:nvSpPr>
        <p:spPr>
          <a:xfrm>
            <a:off x="1371600" y="3042920"/>
            <a:ext cx="3779520" cy="7112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45454">
                    <a:lumMod val="75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+mn-ea"/>
                <a:cs typeface="+mn-cs"/>
              </a:rPr>
              <a:t>Charcoal and pencil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5454">
                  <a:lumMod val="75000"/>
                </a:srgbClr>
              </a:solidFill>
              <a:effectLst/>
              <a:uLnTx/>
              <a:uFillTx/>
              <a:latin typeface="Bahnschrift SemiLigh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1C7E1B-96AB-11D3-445C-8EA308DD6E81}"/>
              </a:ext>
            </a:extLst>
          </p:cNvPr>
          <p:cNvSpPr/>
          <p:nvPr/>
        </p:nvSpPr>
        <p:spPr>
          <a:xfrm>
            <a:off x="5679440" y="3055620"/>
            <a:ext cx="3779520" cy="7112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75000"/>
                  </a:srgbClr>
                </a:solidFill>
                <a:effectLst/>
                <a:uLnTx/>
                <a:uFillTx/>
                <a:latin typeface="Bahnschrift SemiLight" panose="020B0502040204020203" pitchFamily="34" charset="0"/>
                <a:ea typeface="+mn-ea"/>
                <a:cs typeface="+mn-cs"/>
              </a:rPr>
              <a:t>Ceramics</a:t>
            </a:r>
          </a:p>
        </p:txBody>
      </p:sp>
    </p:spTree>
    <p:extLst>
      <p:ext uri="{BB962C8B-B14F-4D97-AF65-F5344CB8AC3E}">
        <p14:creationId xmlns:p14="http://schemas.microsoft.com/office/powerpoint/2010/main" val="18677639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Custom 3">
      <a:dk1>
        <a:srgbClr val="8CD5E3"/>
      </a:dk1>
      <a:lt1>
        <a:srgbClr val="D5393D"/>
      </a:lt1>
      <a:dk2>
        <a:srgbClr val="545454"/>
      </a:dk2>
      <a:lt2>
        <a:srgbClr val="E8F6F9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844</TotalTime>
  <Words>15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Bahnschrift SemiLight</vt:lpstr>
      <vt:lpstr>Wingdings</vt:lpstr>
      <vt:lpstr>Wood Type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Lorenzo Taddei</dc:creator>
  <cp:lastModifiedBy>Lorenzo Taddei</cp:lastModifiedBy>
  <cp:revision>1</cp:revision>
  <dcterms:created xsi:type="dcterms:W3CDTF">2025-09-26T16:41:15Z</dcterms:created>
  <dcterms:modified xsi:type="dcterms:W3CDTF">2026-03-17T20:38:28Z</dcterms:modified>
</cp:coreProperties>
</file>